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ppt/notesSlides/notesSlide11.xml" ContentType="application/vnd.openxmlformats-officedocument.presentationml.notesSlide+xml"/>
  <Override PartName="/ppt/ink/ink13.xml" ContentType="application/inkml+xml"/>
  <Override PartName="/ppt/notesSlides/notesSlide12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13.xml" ContentType="application/vnd.openxmlformats-officedocument.presentationml.notesSlide+xml"/>
  <Override PartName="/ppt/ink/ink16.xml" ContentType="application/inkml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ink/ink17.xml" ContentType="application/inkml+xml"/>
  <Override PartName="/ppt/notesSlides/notesSlide15.xml" ContentType="application/vnd.openxmlformats-officedocument.presentationml.notesSlide+xml"/>
  <Override PartName="/ppt/ink/ink18.xml" ContentType="application/inkml+xml"/>
  <Override PartName="/ppt/notesSlides/notesSlide16.xml" ContentType="application/vnd.openxmlformats-officedocument.presentationml.notesSlide+xml"/>
  <Override PartName="/ppt/ink/ink19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8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2A21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0E2A21"/>
                </a:solidFill>
                <a:latin typeface="Arial"/>
              </a:rPr>
              <a:t>Grants by sanctuary (Rs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Grant</c:v>
                </c:pt>
              </c:strCache>
            </c:strRef>
          </c:tx>
          <c:spPr>
            <a:solidFill>
              <a:srgbClr val="3E8E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Corbett</c:v>
                </c:pt>
                <c:pt idx="1">
                  <c:v>Kaziranga</c:v>
                </c:pt>
                <c:pt idx="2">
                  <c:v>Sundarbans</c:v>
                </c:pt>
                <c:pt idx="3">
                  <c:v>Ranthambore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315</c:v>
                </c:pt>
                <c:pt idx="2">
                  <c:v>190</c:v>
                </c:pt>
                <c:pt idx="3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40-4685-8F4B-6FFB9E69DA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F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F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2A21"/>
                </a:solidFill>
                <a:latin typeface="Arial"/>
              </a:defRPr>
            </a:pPr>
            <a:r>
              <a:rPr lang="en-IN" sz="1600" b="0" i="0" u="none" strike="noStrike">
                <a:solidFill>
                  <a:srgbClr val="0E2A21"/>
                </a:solidFill>
                <a:latin typeface="Arial"/>
              </a:rPr>
              <a:t>Biodiversity index (0-10)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Corbett</c:v>
                </c:pt>
                <c:pt idx="1">
                  <c:v>Kaziranga</c:v>
                </c:pt>
                <c:pt idx="2">
                  <c:v>Sundarbans</c:v>
                </c:pt>
                <c:pt idx="3">
                  <c:v>Ranthambore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</c:v>
                </c:pt>
                <c:pt idx="1">
                  <c:v>9.1999999999999993</c:v>
                </c:pt>
                <c:pt idx="2">
                  <c:v>8.4</c:v>
                </c:pt>
                <c:pt idx="3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4-4539-9663-28F97B3732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F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DD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F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2:52.761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3:03.162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3:08.316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3:12.836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3:18.197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5:51.722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6:46.153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6:48.060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21 1 24575,'-4'0'0,"-2"4"0,0 7 0,2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3:33.949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3:38.90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3:44.195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4:18.133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4:27.337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24575,'0'4'0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4:39.045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1 0 24575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5:42.3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4:45.4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5:03.99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5:14.2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3:07:33.94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00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and project. WildGuard: wildlife conservation + IoT telemetry on DuckDB.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requirements drawn from the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a single database that does both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reasons: hybrid OLAP+relational, columnar vectorized, analytical SQL, single-file ACID.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tendencies, not absolutes. DuckDB is the best single-engine fit for this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Simulator writes, DuckDB stores, Streamlit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 tables describe entities; fact tables hold events and time-series.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Traceability from problem statement to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Docker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is linked live to the DuckDB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columnar pass replaces a MAX(ts) self-join.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climax: trigger fire in ZONE-KAZ, banner appears, 3 animals listed with elevated heart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and update stay consistent; health status changes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grants Rs 1,075 lakhs across four zones. Biodiversity index from latest surveys.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Q&amp;A cheat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10 minutes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and start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ustomXml" Target="../ink/ink6.xml"/><Relationship Id="rId4" Type="http://schemas.openxmlformats.org/officeDocument/2006/relationships/image" Target="../media/image1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15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17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17382D"/>
          </a:solidFill>
          <a:ln w="12700">
            <a:solidFill>
              <a:srgbClr val="17382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108960"/>
            <a:ext cx="3840480" cy="3840480"/>
          </a:xfrm>
          <a:prstGeom prst="ellipse">
            <a:avLst/>
          </a:prstGeom>
          <a:solidFill>
            <a:srgbClr val="3E8E5A">
              <a:alpha val="45000"/>
            </a:srgbClr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ASSIGNMENT 3  ·  ADVANCED DATABASES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19" y="1371600"/>
            <a:ext cx="9093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WildGuard</a:t>
            </a: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TEAM 12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51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FE8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Wildlife Conservation, IoT Telemetry &amp; Research Management System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402336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023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Frontend: Streamlit + Plotly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6164" y="5029200"/>
            <a:ext cx="91682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 Mani Singh 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Daraninaganathan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Varshith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25BDS1119             25BDS1088</a:t>
            </a:r>
            <a:r>
              <a:rPr lang="en-US" sz="2800" dirty="0"/>
              <a:t>               </a:t>
            </a:r>
            <a:r>
              <a:rPr lang="en-US" sz="28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25BDS1109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: F1+TF1  -  FACULTY : </a:t>
            </a:r>
            <a:r>
              <a:rPr lang="en-US" sz="3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. </a:t>
            </a:r>
            <a:r>
              <a:rPr lang="en-US" sz="32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Benila</a:t>
            </a:r>
            <a:r>
              <a:rPr lang="en-US" sz="3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S.</a:t>
            </a:r>
            <a:endParaRPr lang="en-US" sz="32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protect endangered wildlife with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zones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Forests, sanctuaries and national parks across India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Tagged animals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60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 species tracked with GPS collars or RFID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4672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sensors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260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rainfall, water, AQI, fire alerts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rescue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Breeding, disease outbreaks, rescue and rehabilitation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29768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Funded projects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NGO conservation grants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4672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surveys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Researchers, periodic reports, biodiversity assessments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2EE2E8-BC1D-CC2D-08AB-D26E0278E6B4}"/>
                  </a:ext>
                </a:extLst>
              </p14:cNvPr>
              <p14:cNvContentPartPr/>
              <p14:nvPr/>
            </p14:nvContentPartPr>
            <p14:xfrm>
              <a:off x="11672552" y="31691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2EE2E8-BC1D-CC2D-08AB-D26E0278E6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09552" y="25427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two very different data shapes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02552" y="146304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telemetry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collar pings: position, speed, heart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readings every few minutes per zone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Append-heavy, continuously growing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"latest per animal" and rolling aggregates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76872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8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records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976872" y="228600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animals, projects, surveys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across funding and research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must stay consistent (ACID)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keys, integrity and transactions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77840" y="3108960"/>
            <a:ext cx="1033272" cy="1033272"/>
          </a:xfrm>
          <a:prstGeom prst="ellipse">
            <a:avLst/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0" y="3108960"/>
            <a:ext cx="10332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1F789A-963B-A411-AF6D-EDCC948A7EA6}"/>
                  </a:ext>
                </a:extLst>
              </p14:cNvPr>
              <p14:cNvContentPartPr/>
              <p14:nvPr/>
            </p14:nvContentPartPr>
            <p14:xfrm>
              <a:off x="11718992" y="35435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1F789A-963B-A411-AF6D-EDCC948A7E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56352" y="29171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371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DuckDB?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OLAP + relational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telemetry and relational joins in one engine; no second database for funding and projects.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9224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Columnar, vectorized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column blocks processed in CPU batches; aggregates over millions of readings stay fast.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SQL built in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ARG_MAX, GROUP BY ALL, window functions and QUANTILE_CONT remove self-joins and boilerplate.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0" y="38862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9224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Zero-ops, ACID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single file (wildlife_conservation.duckdb). No Docker, no cluster, full transactions.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A35323-2883-143E-8D33-8EF5BA9BDDBD}"/>
                  </a:ext>
                </a:extLst>
              </p14:cNvPr>
              <p14:cNvContentPartPr/>
              <p14:nvPr/>
            </p14:nvContentPartPr>
            <p14:xfrm>
              <a:off x="11597672" y="37307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A35323-2883-143E-8D33-8EF5BA9BDD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5032" y="31007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among the advanced databases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73075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Time-series aggregation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Multi-table relational joins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transactions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Latest-per-entity analytics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 for a demo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= native fit   ·   Moderate = workable   ·   Limited = needs workarounds or another system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DuckDB serves both halves of WildGuard from a single file.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DFEBB9-EEB7-5763-31CF-03DD5BAE00DC}"/>
                  </a:ext>
                </a:extLst>
              </p14:cNvPr>
              <p14:cNvContentPartPr/>
              <p14:nvPr/>
            </p14:nvContentPartPr>
            <p14:xfrm>
              <a:off x="11625752" y="382430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DFEBB9-EEB7-5763-31CF-03DD5BAE00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63112" y="31943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and data 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telemetry simulator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speed, heart rate, behaviour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temp, humidity, rain, water, AQI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anomaly injector for the demo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23360" y="3383280"/>
            <a:ext cx="548640" cy="457200"/>
          </a:xfrm>
          <a:prstGeom prst="rightArrow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55448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554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 engine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8346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wildlife_conservation.duckdb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relational + 4 event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inserts, vectorized OLAP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38160" y="3383280"/>
            <a:ext cx="548640" cy="457200"/>
          </a:xfrm>
          <a:prstGeom prst="rightArrow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778240" y="155448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78240" y="1554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frontend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28346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 + sidebar control panel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charts, live map, CRUD form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console for evaluators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INSERT                                         ARG_MAX · JOIN · windowing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61B17E-440A-D01B-3888-34F1588DB33D}"/>
                  </a:ext>
                </a:extLst>
              </p14:cNvPr>
              <p14:cNvContentPartPr/>
              <p14:nvPr/>
            </p14:nvContentPartPr>
            <p14:xfrm>
              <a:off x="11672552" y="34499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61B17E-440A-D01B-3888-34F1588DB3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09552" y="28235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1164A3F-044A-1F5F-041A-EFE0FBB17598}"/>
                  </a:ext>
                </a:extLst>
              </p14:cNvPr>
              <p14:cNvContentPartPr/>
              <p14:nvPr/>
            </p14:nvContentPartPr>
            <p14:xfrm>
              <a:off x="11663192" y="326270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1164A3F-044A-1F5F-041A-EFE0FBB175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00192" y="26363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91B0B27-A065-FF5A-0CB1-958027D513F2}"/>
              </a:ext>
            </a:extLst>
          </p:cNvPr>
          <p:cNvGrpSpPr/>
          <p:nvPr/>
        </p:nvGrpSpPr>
        <p:grpSpPr>
          <a:xfrm>
            <a:off x="11655632" y="316910"/>
            <a:ext cx="26640" cy="37800"/>
            <a:chOff x="11655632" y="316910"/>
            <a:chExt cx="26640" cy="3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75D84F-ABB2-7F86-F595-C39F52A7EAB7}"/>
                    </a:ext>
                  </a:extLst>
                </p14:cNvPr>
                <p14:cNvContentPartPr/>
                <p14:nvPr/>
              </p14:nvContentPartPr>
              <p14:xfrm>
                <a:off x="11681912" y="354350"/>
                <a:ext cx="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75D84F-ABB2-7F86-F595-C39F52A7EAB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618912" y="2917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8425B9-7083-0453-0972-9D3055338D14}"/>
                    </a:ext>
                  </a:extLst>
                </p14:cNvPr>
                <p14:cNvContentPartPr/>
                <p14:nvPr/>
              </p14:nvContentPartPr>
              <p14:xfrm>
                <a:off x="11655632" y="316910"/>
                <a:ext cx="7560" cy="1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8425B9-7083-0453-0972-9D3055338D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92992" y="254270"/>
                  <a:ext cx="133200" cy="13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Schema: seven tables, one backbone (zone_id)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protected_zones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zone_id, zone_name, category, state, area_sq_km, base_lat/lon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554480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animal_id, species, tag_type, tag_id, zone_id, health_status, conservation_status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46720" y="1554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0" y="1554480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conservation_projects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project_id, funding_agency, grant_amount_lakhs, zone_id, target_species, status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&amp; EVENTS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8404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gps_telemetry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480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ts, animal_id, lat, lon, speed_kmh, heart_rate_bpm, activity_state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64992" y="38404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364992" y="38404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02152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env_sensor_logs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502152" y="4480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ts, station_id, temperature_c, humidity, rainfall, water %, aqi, fire_alert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81344" y="38404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81344" y="38404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18504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health_rescue_logs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318504" y="4480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log_id, animal_id, event_category, details, vet, rehab_status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997696" y="38404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997696" y="38404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34856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field_surveys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134856" y="4480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survey_id, project_id, lead_researcher, population, biodiversity_index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5F1753-CEA3-1446-A1F6-C2DA15A5D77B}"/>
                  </a:ext>
                </a:extLst>
              </p14:cNvPr>
              <p14:cNvContentPartPr/>
              <p14:nvPr/>
            </p14:nvContentPartPr>
            <p14:xfrm>
              <a:off x="11625752" y="39179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5F1753-CEA3-1446-A1F6-C2DA15A5D7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63112" y="32879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 maps to a table and a feature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60857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Where it shows up in the app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forests, sanctuaries, parks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protected_zones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filter, map, KPI cards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/ RFID tagged endangered species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animals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1 tracking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Migration, feeding, heart rate, location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gps_telemetry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1 map and trails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Temperature, rainfall, water, AQI, fire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env_sensor_logs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2 charts, alert banner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Health, breeding, outbreaks, rescue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health_rescue_logs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3 CRUD form and log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Funded projects and reports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conservation_projects, field_surveys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4 charts and SQL console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EF518B-C0CF-7073-1CA2-B935864EFF28}"/>
                  </a:ext>
                </a:extLst>
              </p14:cNvPr>
              <p14:cNvContentPartPr/>
              <p14:nvPr/>
            </p14:nvContentPartPr>
            <p14:xfrm>
              <a:off x="11672552" y="38243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EF518B-C0CF-7073-1CA2-B935864EFF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09552" y="31943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and 3-minute setup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folder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31520" y="2651760"/>
            <a:ext cx="2286000" cy="1508760"/>
          </a:xfrm>
          <a:prstGeom prst="roundRect">
            <a:avLst>
              <a:gd name="adj" fmla="val 7273"/>
            </a:avLst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wildguard_project/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init_db.py + app.py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3566160" y="2651760"/>
            <a:ext cx="2286000" cy="1508760"/>
          </a:xfrm>
          <a:prstGeom prst="roundRect">
            <a:avLst>
              <a:gd name="adj" fmla="val 7273"/>
            </a:avLst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0332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duckdb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streamlit pandas plotly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22376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database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400800" y="2651760"/>
            <a:ext cx="2286000" cy="1508760"/>
          </a:xfrm>
          <a:prstGeom prst="roundRect">
            <a:avLst>
              <a:gd name="adj" fmla="val 7273"/>
            </a:avLst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3796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init_db.py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5256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app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9235440" y="2651760"/>
            <a:ext cx="2286000" cy="1508760"/>
          </a:xfrm>
          <a:prstGeom prst="roundRect">
            <a:avLst>
              <a:gd name="adj" fmla="val 7273"/>
            </a:avLst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7260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localhost:8501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49377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937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2788920" y="49377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88920" y="4937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029200" y="49377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0" y="4937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7269480" y="49377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269480" y="4937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9509760" y="4937760"/>
            <a:ext cx="2057400" cy="685800"/>
          </a:xfrm>
          <a:prstGeom prst="roundRect">
            <a:avLst>
              <a:gd name="adj" fmla="val 16000"/>
            </a:avLst>
          </a:prstGeom>
          <a:solidFill>
            <a:srgbClr val="5E6F66"/>
          </a:solidFill>
          <a:ln w="12700">
            <a:solidFill>
              <a:srgbClr val="5E6F6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509760" y="4937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data: 4 Indian reserves, 9 tagged animals, 225 GPS rows, 100 sensor rows, 4 projects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D93C43-26E9-B4B8-CC88-2999EAE3F967}"/>
                  </a:ext>
                </a:extLst>
              </p14:cNvPr>
              <p14:cNvContentPartPr/>
              <p14:nvPr/>
            </p14:nvContentPartPr>
            <p14:xfrm>
              <a:off x="11756432" y="26111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D93C43-26E9-B4B8-CC88-2999EAE3F9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93432" y="19811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tour: four tabs plus a control panel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control panel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live GPS and sensor tick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Auto-stream every 3 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drill by zone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alert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66160" y="137160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94760" y="1600200"/>
            <a:ext cx="594360" cy="59436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600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GPS tracking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2468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position, vitals and behaviour per animal; movement trail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80960" y="137160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09560" y="1600200"/>
            <a:ext cx="594360" cy="594360"/>
          </a:xfrm>
          <a:prstGeom prst="ellipse">
            <a:avLst/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1600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and fire risk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2468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condition matrix, time-series charts, fire banner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566160" y="384048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94760" y="4069080"/>
            <a:ext cx="594360" cy="59436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9476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069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and rescue CRUD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4937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events; animal status updates everywhere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680960" y="384048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09560" y="4069080"/>
            <a:ext cx="594360" cy="594360"/>
          </a:xfrm>
          <a:prstGeom prst="ellipse">
            <a:avLst/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4069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and SQL console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4937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Grants, surveys, biodiversity, live custom SQL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C9B7EE-B38B-3668-59BA-FFDDA8B863C6}"/>
                  </a:ext>
                </a:extLst>
              </p14:cNvPr>
              <p14:cNvContentPartPr/>
              <p14:nvPr/>
            </p14:nvContentPartPr>
            <p14:xfrm>
              <a:off x="11588312" y="48503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C9B7EE-B38B-3668-59BA-FFDDA8B863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5672" y="42203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1: latest position per animal with ARG_MAX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6583680" cy="4480560"/>
          </a:xfrm>
          <a:prstGeom prst="roundRect">
            <a:avLst>
              <a:gd name="adj" fmla="val 2449"/>
            </a:avLst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5448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a.animal_id, a.common_name,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ARG_MAX(g.latitude,  g.ts) AS latitude,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ARG_MAX(g.longitude, g.ts) AS longitude,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ARG_MAX(g.heart_rate_bpm, g.ts) AS hr,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ARG_MAX(g.activity_state, g.ts) AS state,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MAX(g.ts) AS last_ping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animals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gps_telemetry g USING (animal_id)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protected_zones z USING (zone_id)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ALL;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137160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194560"/>
            <a:ext cx="3611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collar map and biometric table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Feeding, migrating, resting states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chart: heart rate and speed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path of last 30 pings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subquery, no self-join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5CB1E6-7780-21AA-64A5-7AEE4FDF52CF}"/>
                  </a:ext>
                </a:extLst>
              </p14:cNvPr>
              <p14:cNvContentPartPr/>
              <p14:nvPr/>
            </p14:nvContentPartPr>
            <p14:xfrm>
              <a:off x="11625752" y="363710"/>
              <a:ext cx="360" cy="1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5CB1E6-7780-21AA-64A5-7AEE4FDF52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63112" y="301070"/>
                <a:ext cx="126000" cy="12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2: fire drill, sensor spike to animal list in one query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button injects anomaly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27248" y="1920240"/>
            <a:ext cx="237744" cy="365760"/>
          </a:xfrm>
          <a:prstGeom prst="rightArrow">
            <a:avLst/>
          </a:prstGeom>
          <a:solidFill>
            <a:srgbClr val="5E6F66"/>
          </a:solidFill>
          <a:ln w="12700">
            <a:solidFill>
              <a:srgbClr val="5E6F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spike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fire_alert = TRUE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61888" y="1920240"/>
            <a:ext cx="237744" cy="365760"/>
          </a:xfrm>
          <a:prstGeom prst="rightArrow">
            <a:avLst/>
          </a:prstGeom>
          <a:solidFill>
            <a:srgbClr val="5E6F66"/>
          </a:solidFill>
          <a:ln w="12700">
            <a:solidFill>
              <a:srgbClr val="5E6F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ARG_MAX per zone finds alert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796528" y="1920240"/>
            <a:ext cx="237744" cy="365760"/>
          </a:xfrm>
          <a:prstGeom prst="rightArrow">
            <a:avLst/>
          </a:prstGeom>
          <a:solidFill>
            <a:srgbClr val="5E6F66"/>
          </a:solidFill>
          <a:ln w="12700">
            <a:solidFill>
              <a:srgbClr val="5E6F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5256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7382D"/>
          </a:solidFill>
          <a:ln w="12700">
            <a:solidFill>
              <a:srgbClr val="1738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animals + latest GPS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9768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drill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2296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27-34 °C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46.5-52 °C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297680" y="4160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55-82 %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498080" y="4160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12-18 %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48640" y="48006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2296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297680" y="4800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40-88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0" y="4800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310-420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229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5440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60-100 bpm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7498080" y="5440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125-155 bpm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15FF70-CB1B-5290-19FB-9C0ECA7EA5E8}"/>
                  </a:ext>
                </a:extLst>
              </p14:cNvPr>
              <p14:cNvContentPartPr/>
              <p14:nvPr/>
            </p14:nvContentPartPr>
            <p14:xfrm>
              <a:off x="11728352" y="37307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15FF70-CB1B-5290-19FB-9C0ECA7EA5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65712" y="31007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D239B2C-23B3-1055-C22B-C757951DB1A9}"/>
                  </a:ext>
                </a:extLst>
              </p14:cNvPr>
              <p14:cNvContentPartPr/>
              <p14:nvPr/>
            </p14:nvContentPartPr>
            <p14:xfrm>
              <a:off x="11737712" y="373070"/>
              <a:ext cx="360" cy="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D239B2C-23B3-1055-C22B-C757951DB1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75072" y="31007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3: transactional rescue logging (ACID)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669280" cy="3291840"/>
          </a:xfrm>
          <a:prstGeom prst="roundRect">
            <a:avLst>
              <a:gd name="adj" fmla="val 3333"/>
            </a:avLst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5448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Log the event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health_rescue_logs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(?, ?, ?, ?, ?, ?, ?, ?);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Keep the animal record consistent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animals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health_status = 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animal_id = ?;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377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types: rescue, disease outbreak, breeding, health check, feeding observation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choices: Healthy, In Rehabilitation, Under Observation, Critical Care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appears at once in Tab 1 and the log table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health events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858000" y="219456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 laceration treated, Ranthambore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0" y="32004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Courtship observed, Kaziranga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0" y="420624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4206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4206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Foot-and-mouth alert, Corbett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0" y="52120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7382D"/>
          </a:solidFill>
          <a:ln w="12700">
            <a:solidFill>
              <a:srgbClr val="1738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5212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Collar battery and blood sample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79D48E-B0BE-A7AC-6B93-104350877D16}"/>
                  </a:ext>
                </a:extLst>
              </p14:cNvPr>
              <p14:cNvContentPartPr/>
              <p14:nvPr/>
            </p14:nvContentPartPr>
            <p14:xfrm>
              <a:off x="11597672" y="37307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79D48E-B0BE-A7AC-6B93-104350877D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5032" y="31007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4: funding and biodiversity analytics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14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217920" y="1371600"/>
          <a:ext cx="5394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console at the bottom of Tab 4: evaluators run any custom DuckDB query on the spot.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945C19-BF02-BE1E-6B5F-2BB62212A541}"/>
                  </a:ext>
                </a:extLst>
              </p14:cNvPr>
              <p14:cNvContentPartPr/>
              <p14:nvPr/>
            </p14:nvContentPartPr>
            <p14:xfrm>
              <a:off x="11681912" y="37307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945C19-BF02-BE1E-6B5F-2BB62212A5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18912" y="31007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 features demonstrated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91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ARG_MAX()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value per entity without self-joins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691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ALL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multi-table aggregations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14173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1040" y="1691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Columnar + vectorized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scans over telemetry columns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8862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" y="41605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E2A21"/>
          </a:solidFill>
          <a:ln w="12700">
            <a:solidFill>
              <a:srgbClr val="0E2A2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correlation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anomaly joined to animal GPS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97680" y="38862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0" y="41605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transactions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insert + update across tables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46720" y="38862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21040" y="41605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pandas output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.df() feeds Plotly and Streamlit directly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24747E-6A52-3CB6-508B-129C08A89302}"/>
                  </a:ext>
                </a:extLst>
              </p14:cNvPr>
              <p14:cNvContentPartPr/>
              <p14:nvPr/>
            </p14:nvContentPartPr>
            <p14:xfrm>
              <a:off x="11644472" y="37307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24747E-6A52-3CB6-508B-129C08A893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81472" y="31007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and 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tables seeded and linked to a working app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streaming and fire emergency drill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rescue logging with cross-view consistency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and biodiversity analytics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console for ad-hoc queries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8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real collar and sensor feeds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extension for geofencing and corridors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app alerts for rangers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and migration forecasting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archival for long-term history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6358E7-5B9B-6B44-6CB2-31E81A14162E}"/>
                  </a:ext>
                </a:extLst>
              </p14:cNvPr>
              <p14:cNvContentPartPr/>
              <p14:nvPr/>
            </p14:nvContentPartPr>
            <p14:xfrm>
              <a:off x="11681912" y="35435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6358E7-5B9B-6B44-6CB2-31E81A1416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18912" y="29171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plan: all three members present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74520" y="1737360"/>
            <a:ext cx="914400" cy="91440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7452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Ishan Mani Singh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25BDS1119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DuckDB justification, architecture, schema walkthrough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737360"/>
            <a:ext cx="914400" cy="914400"/>
          </a:xfrm>
          <a:prstGeom prst="ellipse">
            <a:avLst/>
          </a:prstGeom>
          <a:solidFill>
            <a:srgbClr val="D8452F"/>
          </a:solidFill>
          <a:ln w="12700">
            <a:solidFill>
              <a:srgbClr val="D845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235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Daraninaganathan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25BDS1088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live GPS stream, Tab 2 IoT charts, fire drill in Kaziranga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372600" y="1737360"/>
            <a:ext cx="914400" cy="9144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726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Varshith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25BDS1109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rescue CRUD, Tab 4 projects, live SQL console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WildGuard · DuckDB          18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7382D"/>
          </a:solidFill>
          <a:ln w="12700">
            <a:solidFill>
              <a:srgbClr val="1738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live demo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 Mani Singh 25BDS1119  ·  Daraninaganathan 25BDS1088  ·  Varshith 25BDS1109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1767</Words>
  <Application>Microsoft Office PowerPoint</Application>
  <PresentationFormat>Widescreen</PresentationFormat>
  <Paragraphs>349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WildGuard - DuckDB</dc:title>
  <dc:subject>PptxGenJS Presentation</dc:subject>
  <dc:creator>Ishan Mani Singh, Daraninaganathan, Varshith</dc:creator>
  <cp:lastModifiedBy>Ishan Mani Singh</cp:lastModifiedBy>
  <cp:revision>3</cp:revision>
  <dcterms:created xsi:type="dcterms:W3CDTF">2026-10-18T12:20:48Z</dcterms:created>
  <dcterms:modified xsi:type="dcterms:W3CDTF">2026-10-18T13:08:38Z</dcterms:modified>
</cp:coreProperties>
</file>